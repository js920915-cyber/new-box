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</p:sldIdLst>
  <p:sldSz cx="10287000" cy="1285875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3329880"/>
            <a:ext cx="8458200" cy="1958280"/>
          </a:xfrm>
          <a:prstGeom prst="roundRect">
            <a:avLst>
              <a:gd name="adj" fmla="val 9728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무릎 앞 통증,"/>
          <p:cNvSpPr txBox="1"/>
          <p:nvPr/>
        </p:nvSpPr>
        <p:spPr>
          <a:xfrm>
            <a:off x="2481262" y="1029081"/>
            <a:ext cx="5324475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 앞 통증,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왜 생길까요?"/>
          <p:cNvSpPr txBox="1"/>
          <p:nvPr/>
        </p:nvSpPr>
        <p:spPr>
          <a:xfrm>
            <a:off x="2504777" y="1989171"/>
            <a:ext cx="5277296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왜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 생길까요?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무릎뼈 관절 압박"/>
          <p:cNvSpPr txBox="1"/>
          <p:nvPr/>
        </p:nvSpPr>
        <p:spPr>
          <a:xfrm>
            <a:off x="2776984" y="3666684"/>
            <a:ext cx="4732883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무릎뼈 관절 압박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7" name="텍스트: = 누르는 힘 ÷ 닿는 면적"/>
          <p:cNvSpPr txBox="1"/>
          <p:nvPr/>
        </p:nvSpPr>
        <p:spPr>
          <a:xfrm>
            <a:off x="1929259" y="4360075"/>
            <a:ext cx="6428482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= 누르는 힘 ÷ 닿는 면적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8" name="텍스트: 누르는 힘이 커질 때"/>
          <p:cNvSpPr txBox="1"/>
          <p:nvPr/>
        </p:nvSpPr>
        <p:spPr>
          <a:xfrm>
            <a:off x="2772817" y="5791843"/>
            <a:ext cx="4741218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누르는 힘이 커질 때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9" name="텍스트: 무릎을 굽힌 채 버티는 부하가"/>
          <p:cNvSpPr txBox="1"/>
          <p:nvPr/>
        </p:nvSpPr>
        <p:spPr>
          <a:xfrm>
            <a:off x="2541984" y="6445931"/>
            <a:ext cx="520303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무릎을 굽힌 채 버티는 부하가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갑자기 늘 때"/>
          <p:cNvSpPr txBox="1"/>
          <p:nvPr/>
        </p:nvSpPr>
        <p:spPr>
          <a:xfrm>
            <a:off x="3711178" y="6925901"/>
            <a:ext cx="286449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갑자기 늘 때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닿는 면적이 작아질 때"/>
          <p:cNvSpPr txBox="1"/>
          <p:nvPr/>
        </p:nvSpPr>
        <p:spPr>
          <a:xfrm>
            <a:off x="2569369" y="7708005"/>
            <a:ext cx="5148114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닿는 면적이 작아질 때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무릎뼈 정렬, 허벅지가 안으로"/>
          <p:cNvSpPr txBox="1"/>
          <p:nvPr/>
        </p:nvSpPr>
        <p:spPr>
          <a:xfrm>
            <a:off x="2538710" y="8362093"/>
            <a:ext cx="520958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무릎뼈 정렬, 허벅지가 안으로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모이는 움직임 등"/>
          <p:cNvSpPr txBox="1"/>
          <p:nvPr/>
        </p:nvSpPr>
        <p:spPr>
          <a:xfrm>
            <a:off x="3402657" y="8842063"/>
            <a:ext cx="348168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모이는 움직임 등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4" name="텍스트: 견딜 수 있는 수준을 넘는 압박이 반복되면"/>
          <p:cNvSpPr txBox="1"/>
          <p:nvPr/>
        </p:nvSpPr>
        <p:spPr>
          <a:xfrm>
            <a:off x="1038969" y="9755231"/>
            <a:ext cx="8209062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견딜 수 있는 수준을 넘는 압박이 반복되면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주변 조직이 예민해져 아플 수 있습니다."/>
          <p:cNvSpPr txBox="1"/>
          <p:nvPr/>
        </p:nvSpPr>
        <p:spPr>
          <a:xfrm>
            <a:off x="1223516" y="10350246"/>
            <a:ext cx="783981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주변 조직이 예민해져 아플 수 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6" name="텍스트: 어느 조직이 아픈지는 아직 정확히 모릅니다"/>
          <p:cNvSpPr txBox="1"/>
          <p:nvPr/>
        </p:nvSpPr>
        <p:spPr>
          <a:xfrm>
            <a:off x="1571476" y="11083564"/>
            <a:ext cx="7143899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어느 조직이 아픈지는 아직 정확히 모릅니다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ardnews">
  <a:themeElements>
    <a:clrScheme name="RCardnews">
      <a:dk1>
        <a:srgbClr val="121416"/>
      </a:dk1>
      <a:lt1>
        <a:srgbClr val="FFFFFF"/>
      </a:lt1>
      <a:dk2>
        <a:srgbClr val="5E6570"/>
      </a:dk2>
      <a:lt2>
        <a:srgbClr val="F0F7FC"/>
      </a:lt2>
      <a:accent1>
        <a:srgbClr val="0879D8"/>
      </a:accent1>
      <a:accent2>
        <a:srgbClr val="CC414A"/>
      </a:accent2>
      <a:accent3>
        <a:srgbClr val="D0DCE5"/>
      </a:accent3>
      <a:accent4>
        <a:srgbClr val="5E6570"/>
      </a:accent4>
      <a:accent5>
        <a:srgbClr val="F0F7FC"/>
      </a:accent5>
      <a:accent6>
        <a:srgbClr val="121416"/>
      </a:accent6>
      <a:hlink>
        <a:srgbClr val="0879D8"/>
      </a:hlink>
      <a:folHlink>
        <a:srgbClr val="5E6570"/>
      </a:folHlink>
    </a:clrScheme>
    <a:fontScheme name="RCardnews">
      <a:majorFont>
        <a:latin typeface="RCardnews W850"/>
        <a:ea typeface="RCardnews W850"/>
        <a:cs typeface="RCardnews W850"/>
      </a:majorFont>
      <a:minorFont>
        <a:latin typeface="RCardnews W500"/>
        <a:ea typeface="RCardnews W500"/>
        <a:cs typeface="RCardnews W500"/>
      </a:minorFont>
    </a:fontScheme>
    <a:fmtScheme name="RCardnew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PFP 2탄 추가 — 무릎 앞 통증은 왜 생길까</dc:title>
  <dc:creator>R스포츠재활센터</dc:creator>
</cp:coreProperties>
</file>